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Сотрудники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Продажи</c:v>
                </c:pt>
                <c:pt idx="1">
                  <c:v>Поддержка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89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человек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Продажи</c:v>
                </c:pt>
                <c:pt idx="1">
                  <c:v>Поддержка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60.0</c:v>
                </c:pt>
                <c:pt idx="1">
                  <c:v>90.0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Проверка правки текста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Два подразделения: 60 и 90 участников</a:t>
            </a:r>
            <a:endParaRPr/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773238"/>
            <a:ext cx="183197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endParaRPr/>
          </a:p>
        </p:txBody>
      </p:sp>
      <p:graphicFrame>
        <p:nvGraphicFramePr>
          <p:cNvPr id="889" name="Chart 888"/>
          <p:cNvGraphicFramePr>
            <a:graphicFrameLocks noGrp="1"/>
          </p:cNvGraphicFramePr>
          <p:nvPr/>
        </p:nvGraphicFramePr>
        <p:xfrm>
          <a:off x="2765869" y="1773238"/>
          <a:ext cx="2366518" cy="442753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Доля участников по подразделениям</a:t>
            </a:r>
            <a:endParaRPr/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773238"/>
            <a:ext cx="183197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endParaRPr/>
          </a:p>
        </p:txBody>
      </p:sp>
      <p:graphicFrame>
        <p:nvGraphicFramePr>
          <p:cNvPr id="889" name="Chart 888"/>
          <p:cNvGraphicFramePr>
            <a:graphicFrameLocks noGrp="1"/>
          </p:cNvGraphicFramePr>
          <p:nvPr/>
        </p:nvGraphicFramePr>
        <p:xfrm>
          <a:off x="2765869" y="1773238"/>
          <a:ext cx="2366518" cy="442753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Пилот рассчитан на шесть недель</a:t>
            </a:r>
            <a:endParaRPr/>
          </a:p>
        </p:txBody>
      </p:sp>
      <p:graphicFrame>
        <p:nvGraphicFramePr>
          <p:cNvPr id="888" name="BrandDeck Table"/>
          <p:cNvGraphicFramePr>
            <a:graphicFrameLocks noGrp="1"/>
          </p:cNvGraphicFramePr>
          <p:nvPr/>
        </p:nvGraphicFramePr>
        <p:xfrm>
          <a:off x="677863" y="1773238"/>
          <a:ext cx="4454525" cy="4427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841"/>
                <a:gridCol w="1484841"/>
                <a:gridCol w="1484843"/>
              </a:tblGrid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Этап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Недели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Ответственный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r>
                        <a:t>Изменено аудитором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1–2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Аналитик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Запуск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3–4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Инженер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Оценка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5–6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Менеджер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BrandDeck Text 490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Проверяем путь обращения</a:t>
            </a:r>
            <a:endParaRPr/>
          </a:p>
        </p:txBody>
      </p:sp>
      <p:grpSp>
        <p:nvGrpSpPr>
          <p:cNvPr id="2" name="BrandDeck Diagram process" descr="process: Задать вопрос; Найти регламент; Показать источник; Передать специалисту"/>
          <p:cNvGrpSpPr/>
          <p:nvPr/>
        </p:nvGrpSpPr>
        <p:grpSpPr>
          <a:xfrm>
            <a:off x="667512" y="1937830"/>
            <a:ext cx="5431535" cy="4481257"/>
            <a:chOff x="667512" y="1937830"/>
            <a:chExt cx="5431535" cy="4481257"/>
          </a:xfrm>
        </p:grpSpPr>
        <p:sp>
          <p:nvSpPr>
            <p:cNvPr id="500" name="BrandDeck Diagram Connector"/>
            <p:cNvSpPr/>
            <p:nvPr/>
          </p:nvSpPr>
          <p:spPr>
            <a:xfrm>
              <a:off x="907084" y="2477413"/>
              <a:ext cx="32918" cy="3402091"/>
            </a:xfrm>
            <a:prstGeom prst="rect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BrandDeck Diagram Step 1 Badge"/>
            <p:cNvSpPr/>
            <p:nvPr/>
          </p:nvSpPr>
          <p:spPr>
            <a:xfrm>
              <a:off x="667512" y="2221381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02" name="BrandDeck Diagram Detail Card 1"/>
            <p:cNvSpPr/>
            <p:nvPr/>
          </p:nvSpPr>
          <p:spPr>
            <a:xfrm>
              <a:off x="1289304" y="1937830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BrandDeck Diagram Text 1"/>
            <p:cNvSpPr txBox="1"/>
            <p:nvPr/>
          </p:nvSpPr>
          <p:spPr>
            <a:xfrm>
              <a:off x="1380744" y="1937830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Задать вопрос</a:t>
              </a:r>
            </a:p>
          </p:txBody>
        </p:sp>
        <p:sp>
          <p:nvSpPr>
            <p:cNvPr id="504" name="BrandDeck Diagram Step 2 Badge"/>
            <p:cNvSpPr/>
            <p:nvPr/>
          </p:nvSpPr>
          <p:spPr>
            <a:xfrm>
              <a:off x="667512" y="3355411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05" name="BrandDeck Diagram Detail Card 2"/>
            <p:cNvSpPr/>
            <p:nvPr/>
          </p:nvSpPr>
          <p:spPr>
            <a:xfrm>
              <a:off x="1289304" y="3071860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BrandDeck Diagram Text 2"/>
            <p:cNvSpPr txBox="1"/>
            <p:nvPr/>
          </p:nvSpPr>
          <p:spPr>
            <a:xfrm>
              <a:off x="1380744" y="3071860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Найти регламент</a:t>
              </a:r>
            </a:p>
          </p:txBody>
        </p:sp>
        <p:sp>
          <p:nvSpPr>
            <p:cNvPr id="507" name="BrandDeck Diagram Step 3 Badge"/>
            <p:cNvSpPr/>
            <p:nvPr/>
          </p:nvSpPr>
          <p:spPr>
            <a:xfrm>
              <a:off x="667512" y="4489442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08" name="BrandDeck Diagram Detail Card 3"/>
            <p:cNvSpPr/>
            <p:nvPr/>
          </p:nvSpPr>
          <p:spPr>
            <a:xfrm>
              <a:off x="1289304" y="4205891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Text 3"/>
            <p:cNvSpPr txBox="1"/>
            <p:nvPr/>
          </p:nvSpPr>
          <p:spPr>
            <a:xfrm>
              <a:off x="1380744" y="4205891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Показать источник</a:t>
              </a:r>
            </a:p>
          </p:txBody>
        </p:sp>
        <p:sp>
          <p:nvSpPr>
            <p:cNvPr id="510" name="BrandDeck Diagram Step 4 Badge"/>
            <p:cNvSpPr/>
            <p:nvPr/>
          </p:nvSpPr>
          <p:spPr>
            <a:xfrm>
              <a:off x="667512" y="5623472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11" name="BrandDeck Diagram Detail Card 4"/>
            <p:cNvSpPr/>
            <p:nvPr/>
          </p:nvSpPr>
          <p:spPr>
            <a:xfrm>
              <a:off x="1289304" y="5339921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BrandDeck Diagram Text 4"/>
            <p:cNvSpPr txBox="1"/>
            <p:nvPr/>
          </p:nvSpPr>
          <p:spPr>
            <a:xfrm>
              <a:off x="1380744" y="5339921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Передать специалисту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BrandDeck Text 490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Качество улучшаем после проверки</a:t>
            </a:r>
            <a:endParaRPr/>
          </a:p>
        </p:txBody>
      </p:sp>
      <p:grpSp>
        <p:nvGrpSpPr>
          <p:cNvPr id="2" name="BrandDeck Diagram cycle" descr="cycle: Собрать; Проверить; Запустить; Измерить"/>
          <p:cNvGrpSpPr/>
          <p:nvPr/>
        </p:nvGrpSpPr>
        <p:grpSpPr>
          <a:xfrm>
            <a:off x="667511" y="1928686"/>
            <a:ext cx="5431536" cy="4499545"/>
            <a:chOff x="667511" y="1928686"/>
            <a:chExt cx="5431536" cy="4499545"/>
          </a:xfrm>
        </p:grpSpPr>
        <p:sp>
          <p:nvSpPr>
            <p:cNvPr id="500" name="BrandDeck Diagram Ring"/>
            <p:cNvSpPr/>
            <p:nvPr/>
          </p:nvSpPr>
          <p:spPr>
            <a:xfrm>
              <a:off x="904870" y="3166563"/>
              <a:ext cx="2023790" cy="2023790"/>
            </a:xfrm>
            <a:prstGeom prst="ellipse">
              <a:avLst/>
            </a:prstGeom>
            <a:noFill/>
            <a:ln w="28575">
              <a:solidFill>
                <a:srgbClr val="59A7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BrandDeck Diagram Arrow 1"/>
            <p:cNvSpPr/>
            <p:nvPr/>
          </p:nvSpPr>
          <p:spPr>
            <a:xfrm rot="8100000">
              <a:off x="2546834" y="3377492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BrandDeck Diagram Arrow 2"/>
            <p:cNvSpPr/>
            <p:nvPr/>
          </p:nvSpPr>
          <p:spPr>
            <a:xfrm rot="13500000">
              <a:off x="2546834" y="4808528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BrandDeck Diagram Arrow 3"/>
            <p:cNvSpPr/>
            <p:nvPr/>
          </p:nvSpPr>
          <p:spPr>
            <a:xfrm rot="18900000">
              <a:off x="1115798" y="4808528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BrandDeck Diagram Arrow 4"/>
            <p:cNvSpPr/>
            <p:nvPr/>
          </p:nvSpPr>
          <p:spPr>
            <a:xfrm rot="2700000">
              <a:off x="1115798" y="3377492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BrandDeck Diagram Node 1 Badge"/>
            <p:cNvSpPr/>
            <p:nvPr/>
          </p:nvSpPr>
          <p:spPr>
            <a:xfrm>
              <a:off x="1679407" y="2929205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06" name="BrandDeck Diagram Node 2 Badge"/>
            <p:cNvSpPr/>
            <p:nvPr/>
          </p:nvSpPr>
          <p:spPr>
            <a:xfrm>
              <a:off x="2691302" y="3941100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07" name="BrandDeck Diagram Node 3 Badge"/>
            <p:cNvSpPr/>
            <p:nvPr/>
          </p:nvSpPr>
          <p:spPr>
            <a:xfrm>
              <a:off x="1679407" y="4952996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08" name="BrandDeck Diagram Node 4 Badge"/>
            <p:cNvSpPr/>
            <p:nvPr/>
          </p:nvSpPr>
          <p:spPr>
            <a:xfrm>
              <a:off x="667511" y="3941100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09" name="BrandDeck Diagram Legend 1 Badge"/>
            <p:cNvSpPr/>
            <p:nvPr/>
          </p:nvSpPr>
          <p:spPr>
            <a:xfrm>
              <a:off x="3486058" y="232196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10" name="BrandDeck Diagram Text 1"/>
            <p:cNvSpPr txBox="1"/>
            <p:nvPr/>
          </p:nvSpPr>
          <p:spPr>
            <a:xfrm>
              <a:off x="3943258" y="192868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Собрать</a:t>
              </a:r>
            </a:p>
          </p:txBody>
        </p:sp>
        <p:sp>
          <p:nvSpPr>
            <p:cNvPr id="511" name="BrandDeck Diagram Legend 2 Badge"/>
            <p:cNvSpPr/>
            <p:nvPr/>
          </p:nvSpPr>
          <p:spPr>
            <a:xfrm>
              <a:off x="3486058" y="345599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12" name="BrandDeck Diagram Text 2"/>
            <p:cNvSpPr txBox="1"/>
            <p:nvPr/>
          </p:nvSpPr>
          <p:spPr>
            <a:xfrm>
              <a:off x="3943258" y="306271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Проверить</a:t>
              </a:r>
            </a:p>
          </p:txBody>
        </p:sp>
        <p:sp>
          <p:nvSpPr>
            <p:cNvPr id="513" name="BrandDeck Diagram Legend 3 Badge"/>
            <p:cNvSpPr/>
            <p:nvPr/>
          </p:nvSpPr>
          <p:spPr>
            <a:xfrm>
              <a:off x="3486058" y="4590026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14" name="BrandDeck Diagram Text 3"/>
            <p:cNvSpPr txBox="1"/>
            <p:nvPr/>
          </p:nvSpPr>
          <p:spPr>
            <a:xfrm>
              <a:off x="3943258" y="419674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Запустить</a:t>
              </a:r>
            </a:p>
          </p:txBody>
        </p:sp>
        <p:sp>
          <p:nvSpPr>
            <p:cNvPr id="515" name="BrandDeck Diagram Legend 4 Badge"/>
            <p:cNvSpPr/>
            <p:nvPr/>
          </p:nvSpPr>
          <p:spPr>
            <a:xfrm>
              <a:off x="3486058" y="5724056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16" name="BrandDeck Diagram Text 4"/>
            <p:cNvSpPr txBox="1"/>
            <p:nvPr/>
          </p:nvSpPr>
          <p:spPr>
            <a:xfrm>
              <a:off x="3943258" y="5330777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Измерить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У каждого участника есть роль</a:t>
            </a:r>
            <a:endParaRPr/>
          </a:p>
        </p:txBody>
      </p:sp>
      <p:grpSp>
        <p:nvGrpSpPr>
          <p:cNvPr id="2" name="BrandDeck Diagram hierarchy" descr="hierarchy: Аналитик Готовит материалы; Инженер Настраивает сервис; Менеджер Измеряет результаты"/>
          <p:cNvGrpSpPr/>
          <p:nvPr/>
        </p:nvGrpSpPr>
        <p:grpSpPr>
          <a:xfrm>
            <a:off x="677863" y="2399387"/>
            <a:ext cx="4454524" cy="2779776"/>
            <a:chOff x="677863" y="2399387"/>
            <a:chExt cx="4454524" cy="2779776"/>
          </a:xfrm>
        </p:grpSpPr>
        <p:sp>
          <p:nvSpPr>
            <p:cNvPr id="888" name="BrandDeck Diagram Root"/>
            <p:cNvSpPr/>
            <p:nvPr/>
          </p:nvSpPr>
          <p:spPr>
            <a:xfrm>
              <a:off x="1969675" y="2399387"/>
              <a:ext cx="1870900" cy="731520"/>
            </a:xfrm>
            <a:prstGeom prst="roundRect">
              <a:avLst>
                <a:gd name="adj" fmla="val 18000"/>
              </a:avLst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109728" tIns="36576" rIns="109728" bIns="36576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Команда пилота</a:t>
              </a:r>
            </a:p>
          </p:txBody>
        </p:sp>
        <p:cxnSp>
          <p:nvCxnSpPr>
            <p:cNvPr id="889" name="BrandDeck Diagram Link Root"/>
            <p:cNvCxnSpPr/>
            <p:nvPr/>
          </p:nvCxnSpPr>
          <p:spPr>
            <a:xfrm>
              <a:off x="2905125" y="3130907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BrandDeck Diagram Link Bus"/>
            <p:cNvCxnSpPr/>
            <p:nvPr/>
          </p:nvCxnSpPr>
          <p:spPr>
            <a:xfrm>
              <a:off x="1383707" y="3405227"/>
              <a:ext cx="3042836" cy="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BrandDeck Diagram Link 1"/>
            <p:cNvCxnSpPr/>
            <p:nvPr/>
          </p:nvCxnSpPr>
          <p:spPr>
            <a:xfrm>
              <a:off x="1383707" y="3405227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2" name="BrandDeck Diagram Card 1"/>
            <p:cNvSpPr/>
            <p:nvPr/>
          </p:nvSpPr>
          <p:spPr>
            <a:xfrm>
              <a:off x="677863" y="3679547"/>
              <a:ext cx="1411689" cy="1499616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BrandDeck Diagram Marker 1"/>
            <p:cNvSpPr/>
            <p:nvPr/>
          </p:nvSpPr>
          <p:spPr>
            <a:xfrm>
              <a:off x="805879" y="3789275"/>
              <a:ext cx="423506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BrandDeck Diagram Text 1"/>
            <p:cNvSpPr txBox="1"/>
            <p:nvPr/>
          </p:nvSpPr>
          <p:spPr>
            <a:xfrm>
              <a:off x="769303" y="3917291"/>
              <a:ext cx="1228809" cy="117043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Аналитик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Готовит материалы</a:t>
              </a:r>
            </a:p>
          </p:txBody>
        </p:sp>
        <p:cxnSp>
          <p:nvCxnSpPr>
            <p:cNvPr id="895" name="BrandDeck Diagram Link 2"/>
            <p:cNvCxnSpPr/>
            <p:nvPr/>
          </p:nvCxnSpPr>
          <p:spPr>
            <a:xfrm>
              <a:off x="2905125" y="3405227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6" name="BrandDeck Diagram Card 2"/>
            <p:cNvSpPr/>
            <p:nvPr/>
          </p:nvSpPr>
          <p:spPr>
            <a:xfrm>
              <a:off x="2199280" y="3679547"/>
              <a:ext cx="1411689" cy="1499616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BrandDeck Diagram Marker 2"/>
            <p:cNvSpPr/>
            <p:nvPr/>
          </p:nvSpPr>
          <p:spPr>
            <a:xfrm>
              <a:off x="2327296" y="3789275"/>
              <a:ext cx="423506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BrandDeck Diagram Text 2"/>
            <p:cNvSpPr txBox="1"/>
            <p:nvPr/>
          </p:nvSpPr>
          <p:spPr>
            <a:xfrm>
              <a:off x="2290720" y="3917291"/>
              <a:ext cx="1228809" cy="117043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000000"/>
                  </a:solidFill>
                  <a:latin typeface="Play"/>
                </a:rPr>
                <a:t>Инженер</a:t>
              </a:r>
            </a:p>
            <a:p>
              <a:pPr algn="l">
                <a:lnSpc>
                  <a:spcPct val="110000"/>
                </a:lnSpc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Настраивает сервис</a:t>
              </a:r>
            </a:p>
          </p:txBody>
        </p:sp>
        <p:cxnSp>
          <p:nvCxnSpPr>
            <p:cNvPr id="899" name="BrandDeck Diagram Link 3"/>
            <p:cNvCxnSpPr/>
            <p:nvPr/>
          </p:nvCxnSpPr>
          <p:spPr>
            <a:xfrm>
              <a:off x="4426543" y="3405227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0" name="BrandDeck Diagram Card 3"/>
            <p:cNvSpPr/>
            <p:nvPr/>
          </p:nvSpPr>
          <p:spPr>
            <a:xfrm>
              <a:off x="3720698" y="3679547"/>
              <a:ext cx="1411689" cy="1499616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1" name="BrandDeck Diagram Marker 3"/>
            <p:cNvSpPr/>
            <p:nvPr/>
          </p:nvSpPr>
          <p:spPr>
            <a:xfrm>
              <a:off x="3848714" y="3789275"/>
              <a:ext cx="423506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BrandDeck Diagram Text 3"/>
            <p:cNvSpPr txBox="1"/>
            <p:nvPr/>
          </p:nvSpPr>
          <p:spPr>
            <a:xfrm>
              <a:off x="3812138" y="3917291"/>
              <a:ext cx="1228809" cy="117043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000000"/>
                  </a:solidFill>
                  <a:latin typeface="Play"/>
                </a:rPr>
                <a:t>Менеджер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Измеряет результаты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Измеряем три результата</a:t>
            </a:r>
            <a:endParaRPr/>
          </a:p>
        </p:txBody>
      </p:sp>
      <p:grpSp>
        <p:nvGrpSpPr>
          <p:cNvPr id="2" name="BrandDeck Diagram icon_grid" descr="icon_grid: Время поиска ответа; Доля обращений без специалиста; Оценка сотрудника"/>
          <p:cNvGrpSpPr/>
          <p:nvPr/>
        </p:nvGrpSpPr>
        <p:grpSpPr>
          <a:xfrm>
            <a:off x="677863" y="1773238"/>
            <a:ext cx="4454524" cy="4427536"/>
            <a:chOff x="677863" y="1773238"/>
            <a:chExt cx="4454524" cy="4427536"/>
          </a:xfrm>
        </p:grpSpPr>
        <p:sp>
          <p:nvSpPr>
            <p:cNvPr id="888" name="BrandDeck Diagram Card 1"/>
            <p:cNvSpPr/>
            <p:nvPr/>
          </p:nvSpPr>
          <p:spPr>
            <a:xfrm>
              <a:off x="677863" y="1773238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BrandDeck Diagram Icon 1 Badge"/>
            <p:cNvSpPr/>
            <p:nvPr/>
          </p:nvSpPr>
          <p:spPr>
            <a:xfrm>
              <a:off x="829930" y="1925305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0" name="BrandDeck Icon clock"/>
            <p:cNvSpPr/>
            <p:nvPr/>
          </p:nvSpPr>
          <p:spPr>
            <a:xfrm>
              <a:off x="962701" y="205807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1" name="BrandDeck Diagram Text 1"/>
            <p:cNvSpPr txBox="1"/>
            <p:nvPr/>
          </p:nvSpPr>
          <p:spPr>
            <a:xfrm>
              <a:off x="784310" y="2635257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Время поиска ответа</a:t>
              </a:r>
            </a:p>
          </p:txBody>
        </p:sp>
        <p:sp>
          <p:nvSpPr>
            <p:cNvPr id="892" name="BrandDeck Diagram Card 2"/>
            <p:cNvSpPr/>
            <p:nvPr/>
          </p:nvSpPr>
          <p:spPr>
            <a:xfrm>
              <a:off x="2959989" y="1773238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BrandDeck Diagram Icon 2 Badge"/>
            <p:cNvSpPr/>
            <p:nvPr/>
          </p:nvSpPr>
          <p:spPr>
            <a:xfrm>
              <a:off x="3112057" y="1925305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BrandDeck Icon chart-pie"/>
            <p:cNvSpPr/>
            <p:nvPr/>
          </p:nvSpPr>
          <p:spPr>
            <a:xfrm>
              <a:off x="3244828" y="205807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2000"/>
                  </a:moveTo>
                  <a:cubicBezTo>
                    <a:pt x="21552" y="12000"/>
                    <a:pt x="22005" y="11551"/>
                    <a:pt x="21950" y="11002"/>
                  </a:cubicBezTo>
                  <a:cubicBezTo>
                    <a:pt x="21475" y="6269"/>
                    <a:pt x="17731" y="2525"/>
                    <a:pt x="12997" y="2051"/>
                  </a:cubicBezTo>
                  <a:cubicBezTo>
                    <a:pt x="12447" y="1996"/>
                    <a:pt x="11999" y="2449"/>
                    <a:pt x="11999" y="3001"/>
                  </a:cubicBezTo>
                  <a:lnTo>
                    <a:pt x="11999" y="11001"/>
                  </a:lnTo>
                  <a:cubicBezTo>
                    <a:pt x="11999" y="11553"/>
                    <a:pt x="12447" y="12001"/>
                    <a:pt x="12999" y="12001"/>
                  </a:cubicBezTo>
                  <a:close/>
                </a:path>
                <a:path w="24000" h="24000" fill="none">
                  <a:moveTo>
                    <a:pt x="21210" y="15890"/>
                  </a:moveTo>
                  <a:cubicBezTo>
                    <a:pt x="19460" y="20029"/>
                    <a:pt x="15164" y="22492"/>
                    <a:pt x="10708" y="21912"/>
                  </a:cubicBezTo>
                  <a:cubicBezTo>
                    <a:pt x="6252" y="21331"/>
                    <a:pt x="2730" y="17849"/>
                    <a:pt x="2099" y="13400"/>
                  </a:cubicBezTo>
                  <a:cubicBezTo>
                    <a:pt x="1467" y="8951"/>
                    <a:pt x="3881" y="4627"/>
                    <a:pt x="8000" y="283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5" name="BrandDeck Diagram Text 2"/>
            <p:cNvSpPr txBox="1"/>
            <p:nvPr/>
          </p:nvSpPr>
          <p:spPr>
            <a:xfrm>
              <a:off x="3066437" y="2635257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Доля обращений без специалиста</a:t>
              </a:r>
            </a:p>
          </p:txBody>
        </p:sp>
        <p:sp>
          <p:nvSpPr>
            <p:cNvPr id="896" name="BrandDeck Diagram Card 3"/>
            <p:cNvSpPr/>
            <p:nvPr/>
          </p:nvSpPr>
          <p:spPr>
            <a:xfrm>
              <a:off x="677863" y="4041870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BrandDeck Diagram Icon 3 Badge"/>
            <p:cNvSpPr/>
            <p:nvPr/>
          </p:nvSpPr>
          <p:spPr>
            <a:xfrm>
              <a:off x="829930" y="4193938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BrandDeck Icon star"/>
            <p:cNvSpPr/>
            <p:nvPr/>
          </p:nvSpPr>
          <p:spPr>
            <a:xfrm>
              <a:off x="962701" y="4326709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BrandDeck Diagram Text 3"/>
            <p:cNvSpPr txBox="1"/>
            <p:nvPr/>
          </p:nvSpPr>
          <p:spPr>
            <a:xfrm>
              <a:off x="784310" y="4903889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Оценка сотрудника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Решение принимаем по итогам пилота</a:t>
            </a:r>
            <a:endParaRPr/>
          </a:p>
        </p:txBody>
      </p:sp>
      <p:graphicFrame>
        <p:nvGraphicFramePr>
          <p:cNvPr id="888" name="BrandDeck Table"/>
          <p:cNvGraphicFramePr>
            <a:graphicFrameLocks noGrp="1"/>
          </p:cNvGraphicFramePr>
          <p:nvPr/>
        </p:nvGraphicFramePr>
        <p:xfrm>
          <a:off x="677863" y="1773238"/>
          <a:ext cx="4454525" cy="4427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262"/>
                <a:gridCol w="2227263"/>
              </a:tblGrid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Метрика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Статус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Время поиска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Будет измерено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Качество ответа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Будет проверено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600"/>
              <a:t>Объекты доступны для редактирования</a:t>
            </a:r>
            <a:endParaRPr/>
          </a:p>
        </p:txBody>
      </p:sp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Контроль компонентов</dc:title>
  <cp:lastModifiedBy/>
  <cp:revision>1</cp:revision>
  <dcterms:modified xsi:type="dcterms:W3CDTF">2026-09-27T17:02:46Z</dcterms:modified>
  <dc:subject>Template-adaptive presentation</dc:subject>
  <cp:keywords>BrandDeck, template-adaptive, presentation</cp:keywords>
  <dc:creator/>
  <dc:description/>
</cp:coreProperties>
</file>