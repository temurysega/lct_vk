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200"/>
              <a:t>Пилот ИИ-помощника по внутренним регламентам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2000">
                <a:solidFill>
                  <a:schemeClr val="dk2"/>
                </a:solidFill>
              </a:rPr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671512" y="2186092"/>
            <a:ext cx="10874374" cy="3341078"/>
            <a:chOff x="671512" y="2186092"/>
            <a:chExt cx="10874374" cy="3341078"/>
          </a:xfrm>
        </p:grpSpPr>
        <p:sp>
          <p:nvSpPr>
            <p:cNvPr id="279" name="BrandDeck Diagram Card 1"/>
            <p:cNvSpPr/>
            <p:nvPr/>
          </p:nvSpPr>
          <p:spPr>
            <a:xfrm>
              <a:off x="671512" y="2186092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BrandDeck Diagram Icon 1 Badge"/>
            <p:cNvSpPr/>
            <p:nvPr/>
          </p:nvSpPr>
          <p:spPr>
            <a:xfrm>
              <a:off x="890967" y="2672286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BrandDeck Icon users"/>
            <p:cNvSpPr/>
            <p:nvPr/>
          </p:nvSpPr>
          <p:spPr>
            <a:xfrm>
              <a:off x="1020637" y="2801956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BrandDeck Diagram Text 1"/>
            <p:cNvSpPr txBox="1"/>
            <p:nvPr/>
          </p:nvSpPr>
          <p:spPr>
            <a:xfrm>
              <a:off x="1612048" y="2317766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283" name="BrandDeck Diagram Card 2"/>
            <p:cNvSpPr/>
            <p:nvPr/>
          </p:nvSpPr>
          <p:spPr>
            <a:xfrm>
              <a:off x="6217443" y="2186092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BrandDeck Diagram Icon 2 Badge"/>
            <p:cNvSpPr/>
            <p:nvPr/>
          </p:nvSpPr>
          <p:spPr>
            <a:xfrm>
              <a:off x="6436899" y="2672286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BrandDeck Icon file-text"/>
            <p:cNvSpPr/>
            <p:nvPr/>
          </p:nvSpPr>
          <p:spPr>
            <a:xfrm>
              <a:off x="6566568" y="2801956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BrandDeck Diagram Text 2"/>
            <p:cNvSpPr txBox="1"/>
            <p:nvPr/>
          </p:nvSpPr>
          <p:spPr>
            <a:xfrm>
              <a:off x="7157979" y="2317766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287" name="BrandDeck Diagram Card 3"/>
            <p:cNvSpPr/>
            <p:nvPr/>
          </p:nvSpPr>
          <p:spPr>
            <a:xfrm>
              <a:off x="671512" y="3965375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BrandDeck Diagram Icon 3 Badge"/>
            <p:cNvSpPr/>
            <p:nvPr/>
          </p:nvSpPr>
          <p:spPr>
            <a:xfrm>
              <a:off x="890967" y="445156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BrandDeck Icon headset"/>
            <p:cNvSpPr/>
            <p:nvPr/>
          </p:nvSpPr>
          <p:spPr>
            <a:xfrm>
              <a:off x="1020637" y="458123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BrandDeck Diagram Text 3"/>
            <p:cNvSpPr txBox="1"/>
            <p:nvPr/>
          </p:nvSpPr>
          <p:spPr>
            <a:xfrm>
              <a:off x="1612048" y="4097048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291" name="BrandDeck Diagram Card 4"/>
            <p:cNvSpPr/>
            <p:nvPr/>
          </p:nvSpPr>
          <p:spPr>
            <a:xfrm>
              <a:off x="6217443" y="3965375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BrandDeck Diagram Icon 4 Badge"/>
            <p:cNvSpPr/>
            <p:nvPr/>
          </p:nvSpPr>
          <p:spPr>
            <a:xfrm>
              <a:off x="6436899" y="445156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BrandDeck Icon user"/>
            <p:cNvSpPr/>
            <p:nvPr/>
          </p:nvSpPr>
          <p:spPr>
            <a:xfrm>
              <a:off x="6566568" y="458123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BrandDeck Diagram Text 4"/>
            <p:cNvSpPr txBox="1"/>
            <p:nvPr/>
          </p:nvSpPr>
          <p:spPr>
            <a:xfrm>
              <a:off x="7157979" y="4097048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Deck Image" descr="02 сотрудник специалист поддержки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4987" r="24987"/>
          <a:stretch>
            <a:fillRect/>
          </a:stretch>
        </p:blipFill>
        <p:spPr/>
      </p:pic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/>
              <a:t>Сотруднику нужен источник ответа, специалисту — контекст вопроса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building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circle-help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file-text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circle-check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BrandDeck Text 274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Сотрудник задаёт вопрос во внутреннем портале.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BrandDeck Text 275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Помощник ищет ответ в регламентах и показывает источник.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2000">
                <a:solidFill>
                  <a:schemeClr val="dk2"/>
                </a:solidFill>
              </a:rPr>
              <a:t>Вопрос проходит путь от портала до ответа со ссылкой или эскалации</a:t>
            </a:r>
            <a:endParaRPr/>
          </a:p>
        </p:txBody>
      </p:sp>
      <p:sp>
        <p:nvSpPr>
          <p:cNvPr id="277" name="BrandDeck Text 277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При отсутствии подтверждённого ответа вопрос передаётся специалисту.</a:t>
            </a:r>
            <a:endParaRPr/>
          </a:p>
        </p:txBody>
      </p:sp>
      <p:sp>
        <p:nvSpPr>
          <p:cNvPr id="278" name="BrandDeck Text 278"/>
          <p:cNvSpPr/>
          <p:nvPr/>
        </p:nvSpPr>
        <p:spPr>
          <a:xfrm>
            <a:off x="6154737" y="4044294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Специалист получает контекст исходного обращения.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brain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file-text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ircle-check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user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/>
              <a:t>Пилот охватит 150 сотрудников двух подразделений за 6 недель</a:t>
            </a:r>
            <a:endParaRPr/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hourglass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user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/>
              <a:t>Успех измерят временем поиска и долей обращений без специалиста</a:t>
            </a:r>
            <a:endParaRPr/>
          </a:p>
        </p:txBody>
      </p:sp>
      <p:grpSp>
        <p:nvGrpSpPr>
          <p:cNvPr id="2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users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chart-column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target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trophy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BrandDeck Text 794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/>
              <a:t>Команда из 3 человек подготовит и проверит пилот</a:t>
            </a:r>
            <a:endParaRPr/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658811" y="3425681"/>
            <a:ext cx="10333314" cy="2772473"/>
            <a:chOff x="658811" y="3425681"/>
            <a:chExt cx="10333314" cy="2772473"/>
          </a:xfrm>
        </p:grpSpPr>
        <p:sp>
          <p:nvSpPr>
            <p:cNvPr id="803" name="BrandDeck Diagram Card 1"/>
            <p:cNvSpPr/>
            <p:nvPr/>
          </p:nvSpPr>
          <p:spPr>
            <a:xfrm>
              <a:off x="658811" y="3425681"/>
              <a:ext cx="5063324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BrandDeck Diagram Icon 1 Badge"/>
            <p:cNvSpPr/>
            <p:nvPr/>
          </p:nvSpPr>
          <p:spPr>
            <a:xfrm>
              <a:off x="878267" y="3859485"/>
              <a:ext cx="415295" cy="41529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5" name="BrandDeck Icon rocket"/>
            <p:cNvSpPr/>
            <p:nvPr/>
          </p:nvSpPr>
          <p:spPr>
            <a:xfrm>
              <a:off x="969631" y="3950850"/>
              <a:ext cx="232565" cy="23256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1938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6" name="BrandDeck Diagram Text 1"/>
            <p:cNvSpPr txBox="1"/>
            <p:nvPr/>
          </p:nvSpPr>
          <p:spPr>
            <a:xfrm>
              <a:off x="1425235" y="3557355"/>
              <a:ext cx="407744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807" name="BrandDeck Diagram Card 2"/>
            <p:cNvSpPr/>
            <p:nvPr/>
          </p:nvSpPr>
          <p:spPr>
            <a:xfrm>
              <a:off x="5928801" y="3425681"/>
              <a:ext cx="5063324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BrandDeck Diagram Icon 2 Badge"/>
            <p:cNvSpPr/>
            <p:nvPr/>
          </p:nvSpPr>
          <p:spPr>
            <a:xfrm>
              <a:off x="6148257" y="3859485"/>
              <a:ext cx="415295" cy="41529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BrandDeck Icon users"/>
            <p:cNvSpPr/>
            <p:nvPr/>
          </p:nvSpPr>
          <p:spPr>
            <a:xfrm>
              <a:off x="6239622" y="3950850"/>
              <a:ext cx="232565" cy="23256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938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0" name="BrandDeck Diagram Text 2"/>
            <p:cNvSpPr txBox="1"/>
            <p:nvPr/>
          </p:nvSpPr>
          <p:spPr>
            <a:xfrm>
              <a:off x="6695226" y="3557355"/>
              <a:ext cx="407744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811" name="BrandDeck Diagram Card 3"/>
            <p:cNvSpPr/>
            <p:nvPr/>
          </p:nvSpPr>
          <p:spPr>
            <a:xfrm>
              <a:off x="658811" y="4915251"/>
              <a:ext cx="5063324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BrandDeck Diagram Icon 3 Badge"/>
            <p:cNvSpPr/>
            <p:nvPr/>
          </p:nvSpPr>
          <p:spPr>
            <a:xfrm>
              <a:off x="878267" y="5349055"/>
              <a:ext cx="415295" cy="41529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BrandDeck Icon chart-column"/>
            <p:cNvSpPr/>
            <p:nvPr/>
          </p:nvSpPr>
          <p:spPr>
            <a:xfrm>
              <a:off x="969631" y="5440420"/>
              <a:ext cx="232565" cy="23256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938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BrandDeck Diagram Text 3"/>
            <p:cNvSpPr txBox="1"/>
            <p:nvPr/>
          </p:nvSpPr>
          <p:spPr>
            <a:xfrm>
              <a:off x="1425235" y="5046925"/>
              <a:ext cx="407744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719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/>
              <a:t>Спасибо</a:t>
            </a:r>
            <a:endParaRPr/>
          </a:p>
        </p:txBody>
      </p:sp>
      <p:sp>
        <p:nvSpPr>
          <p:cNvPr id="1077" name="BrandDeck Text 1077"/>
          <p:cNvSpPr txBox="1"/>
          <p:nvPr>
            <p:ph idx="1" type="body"/>
          </p:nvPr>
        </p:nvSpPr>
        <p:spPr>
          <a:xfrm>
            <a:off x="658813" y="4161565"/>
            <a:ext cx="543718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2026-09-27T16:58:36Z</dcterms:modified>
  <dc:subject>Template-adaptive presentation</dc:subject>
  <cp:keywords>BrandDeck, template-adaptive, presentation</cp:keywords>
  <dc:creator/>
  <dc:description/>
</cp:coreProperties>
</file>