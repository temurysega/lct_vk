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/>
              <a:t>Пилот ИИ-помощника по внутренним регламентам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658813" y="2193849"/>
            <a:ext cx="10874374" cy="3341077"/>
            <a:chOff x="658813" y="2193849"/>
            <a:chExt cx="10874374" cy="3341077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1008567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554498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1008567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554498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870171" y="692150"/>
            <a:ext cx="4663017" cy="1081088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Сотруднику нужен источник ответа, специалисту — контекст вопроса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6554498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fe-buoy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554498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4"/>
              </a:spcAft>
            </a:pPr>
            <a:r>
              <a:rPr sz="1700"/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658813" y="2193849"/>
            <a:ext cx="10874374" cy="3341077"/>
            <a:chOff x="658813" y="2193849"/>
            <a:chExt cx="10874374" cy="3341077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1008567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554498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1008567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554498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Пилот охватит 150 сотрудников двух подразделений за 6 недель</a:t>
            </a:r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hourglass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6554498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Команда из 3 человек подготовит и проверит пилот</a:t>
            </a:r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71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/>
              <a:t>Спасибо</a:t>
            </a:r>
            <a:endParaRPr/>
          </a:p>
        </p:txBody>
      </p:sp>
      <p:sp>
        <p:nvSpPr>
          <p:cNvPr id="1077" name="BrandDeck Text 1077"/>
          <p:cNvSpPr txBox="1"/>
          <p:nvPr>
            <p:ph idx="1" type="body"/>
          </p:nvPr>
        </p:nvSpPr>
        <p:spPr>
          <a:xfrm>
            <a:off x="658813" y="4161565"/>
            <a:ext cx="543718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2026-09-27T16:58:37Z</dcterms:modified>
  <dc:subject>Template-adaptive presentation</dc:subject>
  <cp:keywords>BrandDeck, template-adaptive, presentation</cp:keywords>
  <dc:creator/>
  <dc:description/>
</cp:coreProperties>
</file>