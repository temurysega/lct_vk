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rutalism_field_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rutalism_field_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Line 4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8" name="!!section-rule"/>
          <p:cNvGrpSpPr/>
          <p:nvPr/>
        </p:nvGrpSpPr>
        <p:grpSpPr>
          <a:xfrm>
            <a:off x="0" y="4476750"/>
            <a:ext cx="12192000" cy="114300"/>
            <a:chOff x="0" y="4476750"/>
            <a:chExt cx="12192000" cy="114300"/>
          </a:xfrm>
        </p:grpSpPr>
        <p:sp>
          <p:nvSpPr>
            <p:cNvPr id="17" name="Rectangle 17"/>
            <p:cNvSpPr/>
            <p:nvPr/>
          </p:nvSpPr>
          <p:spPr>
            <a:xfrm>
              <a:off x="0" y="4476750"/>
              <a:ext cx="121920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2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ИИ-помощника по внутренним регламентам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8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heads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Треть обращений в поддержку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повторяющиеся вопросы.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47" name="BrandDeck Body"/>
          <p:cNvSpPr txBox="1"/>
          <p:nvPr/>
        </p:nvSpPr>
        <p:spPr>
          <a:xfrm>
            <a:off x="3127248" y="1280160"/>
            <a:ext cx="1143365" cy="5166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48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2"/>
          <a:srcRect l="41884" r="41884"/>
          <a:stretch>
            <a:fillRect/>
          </a:stretch>
        </p:blipFill>
        <p:spPr>
          <a:xfrm>
            <a:off x="4526645" y="1280160"/>
            <a:ext cx="1490106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8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building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circle-help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file-tex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circle-check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9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life-buoy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7"/>
              </a:spcAft>
            </a:pPr>
            <a:r>
              <a:rPr sz="1650" b="1">
                <a:solidFill>
                  <a:srgbClr val="1C1A17"/>
                </a:solidFill>
                <a:latin typeface="Consolas"/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9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brain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38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hourglas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Продолжительность пилота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6 недель.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user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36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измеряет время поиска ответа.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chart-column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targ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Целевые значения согласуются до запуска.</a:t>
              </a:r>
            </a:p>
          </p:txBody>
        </p:sp>
        <p:sp>
          <p:nvSpPr>
            <p:cNvPr id="49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Icon trophy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Команда из 3 человек подготовит и проверит пилот</a:t>
            </a:r>
          </a:p>
        </p:txBody>
      </p:sp>
      <p:grpSp>
        <p:nvGrpSpPr>
          <p:cNvPr id="39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user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hart-column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82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5"/>
              </a:spcAft>
            </a:pPr>
            <a:r>
              <a:rPr sz="2700" b="1">
                <a:solidFill>
                  <a:srgbClr val="1C1A17"/>
                </a:solidFill>
                <a:latin typeface="Consolas"/>
              </a:rPr>
              <a:t>Спасибо</a:t>
            </a:r>
          </a:p>
        </p:txBody>
      </p:sp>
      <p:sp>
        <p:nvSpPr>
          <p:cNvPr id="83" name="BrandDeck Subtitle"/>
          <p:cNvSpPr txBox="1"/>
          <p:nvPr/>
        </p:nvSpPr>
        <p:spPr>
          <a:xfrm>
            <a:off x="731520" y="4389120"/>
            <a:ext cx="107259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5"/>
              </a:spcAft>
            </a:pPr>
            <a:r>
              <a:rPr sz="1500">
                <a:solidFill>
                  <a:srgbClr val="1C1A17"/>
                </a:solidFill>
                <a:latin typeface="Consola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 ИИ-помощника по внутренним регламентам</dc:title>
  <dc:subject>Template-adaptive presentation</dc:subject>
  <dc:creator/>
  <cp:keywords>BrandDeck, template-adaptive, presentation</cp:keywords>
  <dc:description/>
  <dc:language>en</dc:language>
  <cp:lastModifiedBy/>
  <cp:revision>1</cp:revision>
  <dcterms:created xsi:type="dcterms:W3CDTF">2026-09-04T11:42:18Z</dcterms:created>
  <dcterms:modified xsi:type="dcterms:W3CDTF">2026-09-04T11:42:18Z</dcterms:modified>
  <cp:category/>
  <cp:contentStatus/>
</cp:coreProperties>
</file>