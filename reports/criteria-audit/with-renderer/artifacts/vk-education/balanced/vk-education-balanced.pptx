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>
                <a:solidFill>
                  <a:srgbClr val="000000"/>
                </a:solidFill>
              </a:rPr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headse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658813" y="692150"/>
            <a:ext cx="5254307" cy="1380285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000000"/>
                </a:solidFill>
              </a:rPr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000000"/>
                </a:solidFill>
              </a:rPr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000000"/>
                </a:solidFill>
              </a:rPr>
              <a:t>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4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71512" y="2398050"/>
            <a:ext cx="10874374" cy="2783294"/>
            <a:chOff x="671512" y="2398050"/>
            <a:chExt cx="10874374" cy="2783294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398050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744798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building"/>
            <p:cNvSpPr/>
            <p:nvPr/>
          </p:nvSpPr>
          <p:spPr>
            <a:xfrm>
              <a:off x="1020637" y="287446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529723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398050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744798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circle-help"/>
            <p:cNvSpPr/>
            <p:nvPr/>
          </p:nvSpPr>
          <p:spPr>
            <a:xfrm>
              <a:off x="6566568" y="287446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529723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898441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24518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file-text"/>
            <p:cNvSpPr/>
            <p:nvPr/>
          </p:nvSpPr>
          <p:spPr>
            <a:xfrm>
              <a:off x="1020637" y="437485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30114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898441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24518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circle-check"/>
            <p:cNvSpPr/>
            <p:nvPr/>
          </p:nvSpPr>
          <p:spPr>
            <a:xfrm>
              <a:off x="6566568" y="437485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30114"/>
              <a:ext cx="4168451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Вопрос проходит путь от портала до ответа со ссылкой или эскалации</a:t>
            </a:r>
            <a:endParaRPr/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life-buoy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ircle-check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71512" y="2186092"/>
            <a:ext cx="10874374" cy="3341078"/>
            <a:chOff x="671512" y="2186092"/>
            <a:chExt cx="10874374" cy="3341078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brain"/>
            <p:cNvSpPr/>
            <p:nvPr/>
          </p:nvSpPr>
          <p:spPr>
            <a:xfrm>
              <a:off x="1020637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file-text"/>
            <p:cNvSpPr/>
            <p:nvPr/>
          </p:nvSpPr>
          <p:spPr>
            <a:xfrm>
              <a:off x="6566568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circle-check"/>
            <p:cNvSpPr/>
            <p:nvPr/>
          </p:nvSpPr>
          <p:spPr>
            <a:xfrm>
              <a:off x="1020637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user"/>
            <p:cNvSpPr/>
            <p:nvPr/>
          </p:nvSpPr>
          <p:spPr>
            <a:xfrm>
              <a:off x="6566568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hourglas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BrandDeck Text 274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Команда измеряет время поиска ответа.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BrandDeck Text 275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Также измеряется доля обращений, закрытых без специалиста.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277" name="BrandDeck Text 277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Целевые значения согласуются до запуска.</a:t>
            </a:r>
            <a:endParaRPr/>
          </a:p>
        </p:txBody>
      </p:sp>
      <p:sp>
        <p:nvSpPr>
          <p:cNvPr id="278" name="BrandDeck Text 278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Фактических результатов пилота пока нет.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Команда из 3 человек подготовит и проверит пилот</a:t>
            </a:r>
            <a:endParaRPr/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hart-column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>
                <a:solidFill>
                  <a:srgbClr val="000000"/>
                </a:solidFill>
              </a:rPr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>
                <a:solidFill>
                  <a:srgbClr val="000000"/>
                </a:solidFill>
              </a:rPr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2026-09-27T17:11:57Z</dcterms:modified>
  <dc:subject>Template-adaptive presentation</dc:subject>
  <cp:keywords>BrandDeck, template-adaptive, presentation</cp:keywords>
  <dc:creator/>
  <dc:description/>
</cp:coreProperties>
</file>