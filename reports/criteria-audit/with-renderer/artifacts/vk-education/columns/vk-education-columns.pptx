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5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>
                <a:solidFill>
                  <a:srgbClr val="000000"/>
                </a:solidFill>
              </a:rPr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71512" y="2186092"/>
            <a:ext cx="10874374" cy="3341078"/>
            <a:chOff x="671512" y="2186092"/>
            <a:chExt cx="10874374" cy="3341078"/>
          </a:xfrm>
        </p:grpSpPr>
        <p:sp>
          <p:nvSpPr>
            <p:cNvPr id="279" name="BrandDeck Diagram Card 1"/>
            <p:cNvSpPr/>
            <p:nvPr/>
          </p:nvSpPr>
          <p:spPr>
            <a:xfrm>
              <a:off x="671512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Icon 1 Badge"/>
            <p:cNvSpPr/>
            <p:nvPr/>
          </p:nvSpPr>
          <p:spPr>
            <a:xfrm>
              <a:off x="890967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Icon users"/>
            <p:cNvSpPr/>
            <p:nvPr/>
          </p:nvSpPr>
          <p:spPr>
            <a:xfrm>
              <a:off x="1020637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Text 1"/>
            <p:cNvSpPr txBox="1"/>
            <p:nvPr/>
          </p:nvSpPr>
          <p:spPr>
            <a:xfrm>
              <a:off x="1612048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283" name="BrandDeck Diagram Card 2"/>
            <p:cNvSpPr/>
            <p:nvPr/>
          </p:nvSpPr>
          <p:spPr>
            <a:xfrm>
              <a:off x="6217443" y="2186092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BrandDeck Diagram Icon 2 Badge"/>
            <p:cNvSpPr/>
            <p:nvPr/>
          </p:nvSpPr>
          <p:spPr>
            <a:xfrm>
              <a:off x="6436899" y="2672286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BrandDeck Icon file-text"/>
            <p:cNvSpPr/>
            <p:nvPr/>
          </p:nvSpPr>
          <p:spPr>
            <a:xfrm>
              <a:off x="6566568" y="2801956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BrandDeck Diagram Text 2"/>
            <p:cNvSpPr txBox="1"/>
            <p:nvPr/>
          </p:nvSpPr>
          <p:spPr>
            <a:xfrm>
              <a:off x="7157979" y="2317766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287" name="BrandDeck Diagram Card 3"/>
            <p:cNvSpPr/>
            <p:nvPr/>
          </p:nvSpPr>
          <p:spPr>
            <a:xfrm>
              <a:off x="671512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BrandDeck Diagram Icon 3 Badge"/>
            <p:cNvSpPr/>
            <p:nvPr/>
          </p:nvSpPr>
          <p:spPr>
            <a:xfrm>
              <a:off x="890967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BrandDeck Icon headset"/>
            <p:cNvSpPr/>
            <p:nvPr/>
          </p:nvSpPr>
          <p:spPr>
            <a:xfrm>
              <a:off x="1020637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Text 3"/>
            <p:cNvSpPr txBox="1"/>
            <p:nvPr/>
          </p:nvSpPr>
          <p:spPr>
            <a:xfrm>
              <a:off x="1612048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291" name="BrandDeck Diagram Card 4"/>
            <p:cNvSpPr/>
            <p:nvPr/>
          </p:nvSpPr>
          <p:spPr>
            <a:xfrm>
              <a:off x="6217443" y="3965375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BrandDeck Diagram Icon 4 Badge"/>
            <p:cNvSpPr/>
            <p:nvPr/>
          </p:nvSpPr>
          <p:spPr>
            <a:xfrm>
              <a:off x="6436899" y="4451569"/>
              <a:ext cx="589406" cy="5894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Icon user"/>
            <p:cNvSpPr/>
            <p:nvPr/>
          </p:nvSpPr>
          <p:spPr>
            <a:xfrm>
              <a:off x="6566568" y="4581238"/>
              <a:ext cx="330067" cy="33006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50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BrandDeck Diagram Text 4"/>
            <p:cNvSpPr txBox="1"/>
            <p:nvPr/>
          </p:nvSpPr>
          <p:spPr>
            <a:xfrm>
              <a:off x="7157979" y="4097048"/>
              <a:ext cx="4168451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building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ircle-help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file-tex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circle-check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BrandDeck Text 274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Сотрудник задаёт вопрос во внутреннем портале.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BrandDeck Text 275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Помощник ищет ответ в регламентах и показывает источник.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277" name="BrandDeck Text 277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При отсутствии подтверждённого ответа вопрос передаётся специалисту.</a:t>
            </a:r>
            <a:endParaRPr/>
          </a:p>
        </p:txBody>
      </p:sp>
      <p:sp>
        <p:nvSpPr>
          <p:cNvPr id="278" name="BrandDeck Text 278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Специалист получает контекст исходного обращения.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brain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file-text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ircle-check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user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rocket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hourglass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user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Успех измерят временем поиска и долей обращений без специалиста</a:t>
            </a:r>
            <a:endParaRPr/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677334" y="2912953"/>
            <a:ext cx="10855853" cy="2782924"/>
            <a:chOff x="677334" y="2912953"/>
            <a:chExt cx="10855853" cy="2782924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users"/>
            <p:cNvSpPr/>
            <p:nvPr/>
          </p:nvSpPr>
          <p:spPr>
            <a:xfrm>
              <a:off x="1000898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213819" y="2912953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6433275" y="331779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chart-column"/>
            <p:cNvSpPr/>
            <p:nvPr/>
          </p:nvSpPr>
          <p:spPr>
            <a:xfrm>
              <a:off x="6537384" y="342190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7038171" y="304462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target"/>
            <p:cNvSpPr/>
            <p:nvPr/>
          </p:nvSpPr>
          <p:spPr>
            <a:xfrm>
              <a:off x="1000898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501685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556" name="BrandDeck Diagram Card 4"/>
            <p:cNvSpPr/>
            <p:nvPr/>
          </p:nvSpPr>
          <p:spPr>
            <a:xfrm>
              <a:off x="6213819" y="4412974"/>
              <a:ext cx="5319368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BrandDeck Diagram Icon 4 Badge"/>
            <p:cNvSpPr/>
            <p:nvPr/>
          </p:nvSpPr>
          <p:spPr>
            <a:xfrm>
              <a:off x="6433275" y="4817814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BrandDeck Icon trophy"/>
            <p:cNvSpPr/>
            <p:nvPr/>
          </p:nvSpPr>
          <p:spPr>
            <a:xfrm>
              <a:off x="6537384" y="4921923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BrandDeck Diagram Text 4"/>
            <p:cNvSpPr txBox="1"/>
            <p:nvPr/>
          </p:nvSpPr>
          <p:spPr>
            <a:xfrm>
              <a:off x="7038171" y="4544647"/>
              <a:ext cx="4275560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BrandDeck Text 794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Команда из 3 человек подготовит и проверит пилот</a:t>
            </a:r>
            <a:endParaRPr/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58811" y="3425681"/>
            <a:ext cx="10333314" cy="2772473"/>
            <a:chOff x="658811" y="3425681"/>
            <a:chExt cx="10333314" cy="2772473"/>
          </a:xfrm>
        </p:grpSpPr>
        <p:sp>
          <p:nvSpPr>
            <p:cNvPr id="803" name="BrandDeck Diagram Card 1"/>
            <p:cNvSpPr/>
            <p:nvPr/>
          </p:nvSpPr>
          <p:spPr>
            <a:xfrm>
              <a:off x="658811" y="342568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BrandDeck Diagram Icon 1 Badge"/>
            <p:cNvSpPr/>
            <p:nvPr/>
          </p:nvSpPr>
          <p:spPr>
            <a:xfrm>
              <a:off x="878267" y="385948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5" name="BrandDeck Icon rocket"/>
            <p:cNvSpPr/>
            <p:nvPr/>
          </p:nvSpPr>
          <p:spPr>
            <a:xfrm>
              <a:off x="969631" y="395085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6" name="BrandDeck Diagram Text 1"/>
            <p:cNvSpPr txBox="1"/>
            <p:nvPr/>
          </p:nvSpPr>
          <p:spPr>
            <a:xfrm>
              <a:off x="1425235" y="355735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07" name="BrandDeck Diagram Card 2"/>
            <p:cNvSpPr/>
            <p:nvPr/>
          </p:nvSpPr>
          <p:spPr>
            <a:xfrm>
              <a:off x="5928801" y="342568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BrandDeck Diagram Icon 2 Badge"/>
            <p:cNvSpPr/>
            <p:nvPr/>
          </p:nvSpPr>
          <p:spPr>
            <a:xfrm>
              <a:off x="6148257" y="385948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BrandDeck Icon users"/>
            <p:cNvSpPr/>
            <p:nvPr/>
          </p:nvSpPr>
          <p:spPr>
            <a:xfrm>
              <a:off x="6239622" y="395085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0" name="BrandDeck Diagram Text 2"/>
            <p:cNvSpPr txBox="1"/>
            <p:nvPr/>
          </p:nvSpPr>
          <p:spPr>
            <a:xfrm>
              <a:off x="6695226" y="355735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811" name="BrandDeck Diagram Card 3"/>
            <p:cNvSpPr/>
            <p:nvPr/>
          </p:nvSpPr>
          <p:spPr>
            <a:xfrm>
              <a:off x="658811" y="4915251"/>
              <a:ext cx="5063324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BrandDeck Diagram Icon 3 Badge"/>
            <p:cNvSpPr/>
            <p:nvPr/>
          </p:nvSpPr>
          <p:spPr>
            <a:xfrm>
              <a:off x="878267" y="5349055"/>
              <a:ext cx="415295" cy="41529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BrandDeck Icon chart-column"/>
            <p:cNvSpPr/>
            <p:nvPr/>
          </p:nvSpPr>
          <p:spPr>
            <a:xfrm>
              <a:off x="969631" y="5440420"/>
              <a:ext cx="232565" cy="23256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938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BrandDeck Diagram Text 3"/>
            <p:cNvSpPr txBox="1"/>
            <p:nvPr/>
          </p:nvSpPr>
          <p:spPr>
            <a:xfrm>
              <a:off x="1425235" y="5046925"/>
              <a:ext cx="407744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>
                <a:solidFill>
                  <a:srgbClr val="000000"/>
                </a:solidFill>
              </a:rPr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>
                <a:solidFill>
                  <a:srgbClr val="000000"/>
                </a:solidFill>
              </a:rPr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2026-09-27T17:12:06Z</dcterms:modified>
  <dc:subject>Template-adaptive presentation</dc:subject>
  <cp:keywords>BrandDeck, template-adaptive, presentation</cp:keywords>
  <dc:creator/>
  <dc:description/>
</cp:coreProperties>
</file>