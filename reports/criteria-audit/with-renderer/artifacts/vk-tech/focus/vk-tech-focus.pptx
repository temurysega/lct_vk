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Relationship Id="rId7" Type="http://schemas.openxmlformats.org/officeDocument/2006/relationships/image" Target="../media/image53.png"/><Relationship Id="rId8" Type="http://schemas.openxmlformats.org/officeDocument/2006/relationships/image" Target="../media/image72.png"/><Relationship Id="rId9" Type="http://schemas.openxmlformats.org/officeDocument/2006/relationships/image" Target="../media/image2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1800"/>
              <a:t>Пилот ИИ-помощника по внутренним регламентам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headse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1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7" name="Google Shape;987;p64"/>
          <p:cNvSpPr/>
          <p:nvPr/>
        </p:nvSpPr>
        <p:spPr>
          <a:xfrm>
            <a:off x="285748" y="286048"/>
            <a:ext cx="8572456" cy="4152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4"/>
          <p:cNvSpPr/>
          <p:nvPr/>
        </p:nvSpPr>
        <p:spPr>
          <a:xfrm>
            <a:off x="285748" y="1209852"/>
            <a:ext cx="8572456" cy="3228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4"/>
          <p:cNvSpPr/>
          <p:nvPr/>
        </p:nvSpPr>
        <p:spPr>
          <a:xfrm>
            <a:off x="285748" y="1209852"/>
            <a:ext cx="8572456" cy="1795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4"/>
          <p:cNvSpPr/>
          <p:nvPr/>
        </p:nvSpPr>
        <p:spPr>
          <a:xfrm>
            <a:off x="285748" y="3176509"/>
            <a:ext cx="8572456" cy="126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BrandDeck Text 101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Сотруднику нужен источник ответа, специалисту — контекст вопроса</a:t>
            </a:r>
            <a:endParaRPr/>
          </a:p>
        </p:txBody>
      </p:sp>
      <p:sp>
        <p:nvSpPr>
          <p:cNvPr id="1022" name="BrandDeck Body"/>
          <p:cNvSpPr txBox="1"/>
          <p:nvPr/>
        </p:nvSpPr>
        <p:spPr>
          <a:xfrm>
            <a:off x="585216" y="1144312"/>
            <a:ext cx="2129088" cy="35831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1023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9"/>
          <a:srcRect l="28445" r="28445"/>
          <a:stretch>
            <a:fillRect/>
          </a:stretch>
        </p:blipFill>
        <p:spPr>
          <a:xfrm>
            <a:off x="2970336" y="1144312"/>
            <a:ext cx="2744663" cy="3583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22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building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circle-help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516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BrandDeck Icon file-tex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20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BrandDeck Icon circle-check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life-buoy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</a:pPr>
            <a:r>
              <a:rPr sz="1220"/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3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rain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600"/>
              <a:t>Пилот охватит 150 сотрудников двух подразделений за 6 недель</a:t>
            </a:r>
            <a:endParaRPr/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hourglas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17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516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BrandDeck Icon user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Успех измерят временем поиска и долей обращений без специалиста</a:t>
            </a:r>
          </a:p>
        </p:txBody>
      </p:sp>
      <p:grpSp>
        <p:nvGrpSpPr>
          <p:cNvPr id="3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arge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trophy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Команда из 3 человек подготовит и проверит пилот</a:t>
            </a:r>
          </a:p>
        </p:txBody>
      </p:sp>
      <p:grpSp>
        <p:nvGrpSpPr>
          <p:cNvPr id="3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BrandDeck Text 429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sz="3200"/>
              <a:t>Спасибо</a:t>
            </a:r>
            <a:endParaRPr/>
          </a:p>
        </p:txBody>
      </p:sp>
      <p:sp>
        <p:nvSpPr>
          <p:cNvPr id="430" name="BrandDeck Text 430"/>
          <p:cNvSpPr txBox="1"/>
          <p:nvPr>
            <p:ph idx="1" type="body"/>
          </p:nvPr>
        </p:nvSpPr>
        <p:spPr>
          <a:xfrm>
            <a:off x="1430535" y="3842780"/>
            <a:ext cx="42882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marL="17145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2026-09-27T17:11:01Z</dcterms:modified>
  <dc:subject>Template-adaptive presentation</dc:subject>
  <cp:keywords>BrandDeck, template-adaptive, presentation</cp:keywords>
  <dc:creator/>
  <dc:description/>
</cp:coreProperties>
</file>