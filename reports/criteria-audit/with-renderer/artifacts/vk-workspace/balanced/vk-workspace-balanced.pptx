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/>
              <a:t>Пилот ИИ-помощника по внутренним регламентам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users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headse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FFFFFF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Сотруднику нужен источник ответа, специалисту — контекст вопроса</a:t>
            </a:r>
            <a:endParaRPr/>
          </a:p>
        </p:txBody>
      </p:sp>
      <p:pic>
        <p:nvPicPr>
          <p:cNvPr id="835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4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uilding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circle-help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file-tex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circle-check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Сотрудник задаёт вопрос во внутреннем портале.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Помощник ищет ответ в регламентах и показывает источник.</a:t>
            </a:r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При отсутствии подтверждённого ответа вопрос передаётся специалисту.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Специалист получает контекст исходного обращения.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rain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circle-check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Пилот охватит 150 сотрудников двух подразделений за 6 недель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Пилот охватывает 2 подразделения и 150 сотрудников.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Продолжительность пилота — 6 недель.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В пилоте проверяются ответы по регламентам и передача вопросов специалисту.</a:t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Команда измеряет время поиска ответа.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Также измеряется доля обращений, закрытых без специалиста.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Целевые значения согласуются до запуска.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Фактических результатов пилота пока нет.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Команда из 3 человек подготовит и проверит пилот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Просим одобрить пилот и выделить команду из 3 человек.</a:t>
            </a:r>
            <a:endParaRPr/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Команда готовит инструкции, проверяет ответы и сопровождает запуск.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Дальнейшее использование решается после измерения результатов и обратной связи.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BrandDeck Text 880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/>
              <a:t>Спасибо</a:t>
            </a:r>
            <a:endParaRPr/>
          </a:p>
        </p:txBody>
      </p:sp>
      <p:sp>
        <p:nvSpPr>
          <p:cNvPr id="882" name="BrandDeck Text 882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600" b="0">
                <a:solidFill>
                  <a:srgbClr val="AFB8C2"/>
                </a:solidFill>
                <a:latin typeface="Play"/>
              </a:rPr>
              <a:t>Вопросы?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2026-09-27T17:11:19Z</dcterms:modified>
  <dc:subject>Template-adaptive presentation</dc:subject>
  <cp:keywords>BrandDeck, template-adaptive, presentation</cp:keywords>
  <dc:creator/>
  <dc:description/>
</cp:coreProperties>
</file>